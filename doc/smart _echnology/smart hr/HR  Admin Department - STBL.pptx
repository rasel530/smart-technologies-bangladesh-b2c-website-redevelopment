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  <p:sldId id="303" r:id="rId3"/>
    <p:sldId id="281" r:id="rId4"/>
    <p:sldId id="301" r:id="rId5"/>
    <p:sldId id="30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144" y="28"/>
      </p:cViewPr>
      <p:guideLst>
        <p:guide orient="horz" pos="220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228600"/>
            <a:ext cx="2362200" cy="832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itle 1"/>
          <p:cNvSpPr>
            <a:spLocks noGrp="1"/>
          </p:cNvSpPr>
          <p:nvPr>
            <p:ph type="subTitle" idx="1"/>
          </p:nvPr>
        </p:nvSpPr>
        <p:spPr>
          <a:xfrm>
            <a:off x="1037304" y="1295400"/>
            <a:ext cx="8077200" cy="5562600"/>
          </a:xfrm>
          <a:solidFill>
            <a:srgbClr val="E1E4D8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HR &amp; Admin Department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Date: 11.10.2021</a:t>
            </a:r>
          </a:p>
        </p:txBody>
      </p:sp>
    </p:spTree>
    <p:extLst>
      <p:ext uri="{BB962C8B-B14F-4D97-AF65-F5344CB8AC3E}">
        <p14:creationId xmlns:p14="http://schemas.microsoft.com/office/powerpoint/2010/main" val="354327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EB86-94AA-42C5-B2BC-92B5FF95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762000"/>
            <a:ext cx="7498080" cy="655638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Present Employees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EFB9766-2AF7-464D-BB2B-B0AC59DD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228600"/>
            <a:ext cx="151391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0575D-9EB0-4DB0-A5EC-338D453EB447}"/>
              </a:ext>
            </a:extLst>
          </p:cNvPr>
          <p:cNvGrpSpPr/>
          <p:nvPr/>
        </p:nvGrpSpPr>
        <p:grpSpPr>
          <a:xfrm>
            <a:off x="1676400" y="2057400"/>
            <a:ext cx="4696799" cy="1752600"/>
            <a:chOff x="1676400" y="2057400"/>
            <a:chExt cx="4696799" cy="17526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14E867-126F-4271-B9B3-FCC663EFDDA6}"/>
                </a:ext>
              </a:extLst>
            </p:cNvPr>
            <p:cNvSpPr txBox="1"/>
            <p:nvPr/>
          </p:nvSpPr>
          <p:spPr>
            <a:xfrm>
              <a:off x="1676400" y="2057400"/>
              <a:ext cx="4566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1. Shafiq Ul Haque              – General Manager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D51975-BAF5-4958-9035-1EF00DDB05F7}"/>
                </a:ext>
              </a:extLst>
            </p:cNvPr>
            <p:cNvSpPr txBox="1"/>
            <p:nvPr/>
          </p:nvSpPr>
          <p:spPr>
            <a:xfrm>
              <a:off x="1676400" y="2526268"/>
              <a:ext cx="4539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  </a:t>
              </a:r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r>
                <a:rPr lang="en-US" dirty="0"/>
                <a:t>                   – Deputy Manager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67C95D-73DF-440C-B09B-00499ECC6278}"/>
                </a:ext>
              </a:extLst>
            </p:cNvPr>
            <p:cNvSpPr txBox="1"/>
            <p:nvPr/>
          </p:nvSpPr>
          <p:spPr>
            <a:xfrm>
              <a:off x="1676400" y="2983468"/>
              <a:ext cx="4696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3.  Tasnuva Khan                 –  Assistant Manager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0CA4F9-0ADC-476B-B126-6CB2929E7734}"/>
                </a:ext>
              </a:extLst>
            </p:cNvPr>
            <p:cNvSpPr txBox="1"/>
            <p:nvPr/>
          </p:nvSpPr>
          <p:spPr>
            <a:xfrm>
              <a:off x="1676400" y="3440668"/>
              <a:ext cx="4588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4.  </a:t>
              </a:r>
              <a:r>
                <a:rPr lang="en-US" dirty="0" err="1"/>
                <a:t>Jobayer</a:t>
              </a:r>
              <a:r>
                <a:rPr lang="en-US" dirty="0"/>
                <a:t> Hossain             – Office Supervisor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246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dirty="0">
                <a:latin typeface="Verdana" pitchFamily="34" charset="0"/>
                <a:ea typeface="Verdana" pitchFamily="34" charset="0"/>
              </a:rPr>
              <a:t>Responsibilities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D5EFFD4-0746-4E3F-B9C2-1B1BF7521F0B}"/>
              </a:ext>
            </a:extLst>
          </p:cNvPr>
          <p:cNvGrpSpPr/>
          <p:nvPr/>
        </p:nvGrpSpPr>
        <p:grpSpPr>
          <a:xfrm>
            <a:off x="1360355" y="1600200"/>
            <a:ext cx="7174045" cy="3798332"/>
            <a:chOff x="1360355" y="1600200"/>
            <a:chExt cx="7174045" cy="379833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6729735-F3F5-4971-86F3-CD081E285F60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1600200"/>
              <a:ext cx="7162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95D348-A1B5-4C49-B2E3-1999E600C741}"/>
                </a:ext>
              </a:extLst>
            </p:cNvPr>
            <p:cNvSpPr/>
            <p:nvPr/>
          </p:nvSpPr>
          <p:spPr>
            <a:xfrm>
              <a:off x="1371600" y="1676400"/>
              <a:ext cx="1752600" cy="5333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5F621B-D719-42D1-9FAB-F2D16FADE8C7}"/>
                </a:ext>
              </a:extLst>
            </p:cNvPr>
            <p:cNvSpPr/>
            <p:nvPr/>
          </p:nvSpPr>
          <p:spPr>
            <a:xfrm>
              <a:off x="5715000" y="1676400"/>
              <a:ext cx="1752600" cy="5333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Administration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0968702-A4EF-4845-80C6-D5492B305833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1371600" y="2286000"/>
              <a:ext cx="0" cy="2918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B630CEF7-E171-4F0E-9417-F21245686611}"/>
                </a:ext>
              </a:extLst>
            </p:cNvPr>
            <p:cNvSpPr/>
            <p:nvPr/>
          </p:nvSpPr>
          <p:spPr>
            <a:xfrm>
              <a:off x="1371600" y="2514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563A94-0DD1-4D84-BA94-82B7AB8CD9E2}"/>
                </a:ext>
              </a:extLst>
            </p:cNvPr>
            <p:cNvSpPr txBox="1"/>
            <p:nvPr/>
          </p:nvSpPr>
          <p:spPr>
            <a:xfrm>
              <a:off x="1600200" y="2362200"/>
              <a:ext cx="2473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Recruitment &amp; Selection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8898DAAE-3F6F-4B4F-BA63-24DF2C918596}"/>
                </a:ext>
              </a:extLst>
            </p:cNvPr>
            <p:cNvSpPr/>
            <p:nvPr/>
          </p:nvSpPr>
          <p:spPr>
            <a:xfrm>
              <a:off x="1371600" y="2895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50DA08-0606-42DA-AE62-56763E5AA569}"/>
                </a:ext>
              </a:extLst>
            </p:cNvPr>
            <p:cNvSpPr txBox="1"/>
            <p:nvPr/>
          </p:nvSpPr>
          <p:spPr>
            <a:xfrm>
              <a:off x="1600200" y="2743200"/>
              <a:ext cx="2563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Compensation &amp; Benefits</a:t>
              </a: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6CFC4E94-65A8-4131-A5FB-5D65EEFE57FD}"/>
                </a:ext>
              </a:extLst>
            </p:cNvPr>
            <p:cNvSpPr/>
            <p:nvPr/>
          </p:nvSpPr>
          <p:spPr>
            <a:xfrm>
              <a:off x="1371600" y="3288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393FB8-A295-4B33-B34F-51BB567FEA14}"/>
                </a:ext>
              </a:extLst>
            </p:cNvPr>
            <p:cNvSpPr txBox="1"/>
            <p:nvPr/>
          </p:nvSpPr>
          <p:spPr>
            <a:xfrm>
              <a:off x="1600200" y="3135868"/>
              <a:ext cx="2006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Employee Relations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D8ECDF70-527F-4BAB-8ECA-E82A7659E142}"/>
                </a:ext>
              </a:extLst>
            </p:cNvPr>
            <p:cNvSpPr/>
            <p:nvPr/>
          </p:nvSpPr>
          <p:spPr>
            <a:xfrm>
              <a:off x="1371600" y="3657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4C54B3-40BE-49D4-843B-711B3411F01B}"/>
                </a:ext>
              </a:extLst>
            </p:cNvPr>
            <p:cNvSpPr txBox="1"/>
            <p:nvPr/>
          </p:nvSpPr>
          <p:spPr>
            <a:xfrm>
              <a:off x="1600200" y="3505200"/>
              <a:ext cx="806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Payroll</a:t>
              </a: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34F05EDB-A5FD-44D3-8726-CD404971927B}"/>
                </a:ext>
              </a:extLst>
            </p:cNvPr>
            <p:cNvSpPr/>
            <p:nvPr/>
          </p:nvSpPr>
          <p:spPr>
            <a:xfrm>
              <a:off x="1371600" y="4038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5654C2-F49D-4932-83C7-7404BB4614B6}"/>
                </a:ext>
              </a:extLst>
            </p:cNvPr>
            <p:cNvSpPr txBox="1"/>
            <p:nvPr/>
          </p:nvSpPr>
          <p:spPr>
            <a:xfrm>
              <a:off x="1600200" y="3886200"/>
              <a:ext cx="2449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Training &amp; Development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0B0D8B59-027C-4F6A-A940-E637D48684F7}"/>
                </a:ext>
              </a:extLst>
            </p:cNvPr>
            <p:cNvSpPr/>
            <p:nvPr/>
          </p:nvSpPr>
          <p:spPr>
            <a:xfrm>
              <a:off x="1371600" y="4419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778902-D05F-41A4-A201-D18F4DDDA3E8}"/>
                </a:ext>
              </a:extLst>
            </p:cNvPr>
            <p:cNvSpPr txBox="1"/>
            <p:nvPr/>
          </p:nvSpPr>
          <p:spPr>
            <a:xfrm>
              <a:off x="1600200" y="4267200"/>
              <a:ext cx="91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Welfare</a:t>
              </a:r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4FAAAAB0-116C-4996-BEC2-09F6B6CD9AC3}"/>
                </a:ext>
              </a:extLst>
            </p:cNvPr>
            <p:cNvSpPr/>
            <p:nvPr/>
          </p:nvSpPr>
          <p:spPr>
            <a:xfrm>
              <a:off x="1360355" y="4800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4322A38-D696-49AF-A571-3F5132ABB41F}"/>
                </a:ext>
              </a:extLst>
            </p:cNvPr>
            <p:cNvSpPr txBox="1"/>
            <p:nvPr/>
          </p:nvSpPr>
          <p:spPr>
            <a:xfrm>
              <a:off x="1588955" y="4648200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Counselling</a:t>
              </a: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17B1309C-E038-4446-9674-E7039C4AC63C}"/>
                </a:ext>
              </a:extLst>
            </p:cNvPr>
            <p:cNvSpPr/>
            <p:nvPr/>
          </p:nvSpPr>
          <p:spPr>
            <a:xfrm>
              <a:off x="1371600" y="5181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B2F5940-8C50-47EC-83E5-9B398A62DEFB}"/>
                </a:ext>
              </a:extLst>
            </p:cNvPr>
            <p:cNvSpPr txBox="1"/>
            <p:nvPr/>
          </p:nvSpPr>
          <p:spPr>
            <a:xfrm>
              <a:off x="1600200" y="5029200"/>
              <a:ext cx="1788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Personal Tracking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F017B2-5831-4948-9F1C-EFD25178AD13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>
              <a:off x="5802445" y="2286000"/>
              <a:ext cx="0" cy="2156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FC5DB98A-5D0D-4172-8E7B-9492F05E6CEC}"/>
                </a:ext>
              </a:extLst>
            </p:cNvPr>
            <p:cNvSpPr/>
            <p:nvPr/>
          </p:nvSpPr>
          <p:spPr>
            <a:xfrm>
              <a:off x="5802445" y="2514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39CF03-526E-4DB0-B481-C1D3D1318870}"/>
                </a:ext>
              </a:extLst>
            </p:cNvPr>
            <p:cNvSpPr txBox="1"/>
            <p:nvPr/>
          </p:nvSpPr>
          <p:spPr>
            <a:xfrm>
              <a:off x="6031045" y="2362200"/>
              <a:ext cx="1949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Leave Management</a:t>
              </a:r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27307E12-7FD0-401D-B5F4-C570D5CE1FC9}"/>
                </a:ext>
              </a:extLst>
            </p:cNvPr>
            <p:cNvSpPr/>
            <p:nvPr/>
          </p:nvSpPr>
          <p:spPr>
            <a:xfrm>
              <a:off x="5802445" y="2895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E21276-CDC2-4E1F-8C79-58CADDC4CA0D}"/>
                </a:ext>
              </a:extLst>
            </p:cNvPr>
            <p:cNvSpPr txBox="1"/>
            <p:nvPr/>
          </p:nvSpPr>
          <p:spPr>
            <a:xfrm>
              <a:off x="6031045" y="2743200"/>
              <a:ext cx="2085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Vehicle Management</a:t>
              </a:r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9E4F89C3-2868-489E-ACF5-4726AAA7EA86}"/>
                </a:ext>
              </a:extLst>
            </p:cNvPr>
            <p:cNvSpPr/>
            <p:nvPr/>
          </p:nvSpPr>
          <p:spPr>
            <a:xfrm>
              <a:off x="5802445" y="3288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E80FF16-B1F2-4EBB-94C8-5A6275C270AD}"/>
                </a:ext>
              </a:extLst>
            </p:cNvPr>
            <p:cNvSpPr txBox="1"/>
            <p:nvPr/>
          </p:nvSpPr>
          <p:spPr>
            <a:xfrm>
              <a:off x="6031045" y="3135868"/>
              <a:ext cx="1758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Safety &amp; Security</a:t>
              </a:r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428BE748-BBBF-4558-AF3A-643D9B5AFBD1}"/>
                </a:ext>
              </a:extLst>
            </p:cNvPr>
            <p:cNvSpPr/>
            <p:nvPr/>
          </p:nvSpPr>
          <p:spPr>
            <a:xfrm>
              <a:off x="5802445" y="3657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844447E-98B8-4094-BD37-3953D8606ADA}"/>
                </a:ext>
              </a:extLst>
            </p:cNvPr>
            <p:cNvSpPr txBox="1"/>
            <p:nvPr/>
          </p:nvSpPr>
          <p:spPr>
            <a:xfrm>
              <a:off x="6031045" y="3505200"/>
              <a:ext cx="974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Canteen</a:t>
              </a: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F9537846-4B39-46B8-B99A-43A5D5CB53FF}"/>
                </a:ext>
              </a:extLst>
            </p:cNvPr>
            <p:cNvSpPr/>
            <p:nvPr/>
          </p:nvSpPr>
          <p:spPr>
            <a:xfrm>
              <a:off x="5802445" y="4038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AA93EB5-2D25-41C2-A813-9C8AAFC3546F}"/>
                </a:ext>
              </a:extLst>
            </p:cNvPr>
            <p:cNvSpPr txBox="1"/>
            <p:nvPr/>
          </p:nvSpPr>
          <p:spPr>
            <a:xfrm>
              <a:off x="6031045" y="3886200"/>
              <a:ext cx="1997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Office Management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5D5CCA7E-DAA5-4B9D-B8CB-0576697143D4}"/>
                </a:ext>
              </a:extLst>
            </p:cNvPr>
            <p:cNvSpPr/>
            <p:nvPr/>
          </p:nvSpPr>
          <p:spPr>
            <a:xfrm>
              <a:off x="5802445" y="4419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065A401-22AF-45DB-9613-1575B2171E3A}"/>
                </a:ext>
              </a:extLst>
            </p:cNvPr>
            <p:cNvSpPr txBox="1"/>
            <p:nvPr/>
          </p:nvSpPr>
          <p:spPr>
            <a:xfrm>
              <a:off x="6031045" y="4267200"/>
              <a:ext cx="1935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Store Management</a:t>
              </a:r>
            </a:p>
          </p:txBody>
        </p:sp>
      </p:grpSp>
      <p:pic>
        <p:nvPicPr>
          <p:cNvPr id="49" name="Picture 4">
            <a:extLst>
              <a:ext uri="{FF2B5EF4-FFF2-40B4-BE49-F238E27FC236}">
                <a16:creationId xmlns:a16="http://schemas.microsoft.com/office/drawing/2014/main" id="{49C50F77-B8BC-4292-ABF4-B849A3816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228600"/>
            <a:ext cx="151391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16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AA59A6-62FD-4D6B-A96D-2F89561C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>
            <a:noAutofit/>
          </a:bodyPr>
          <a:lstStyle/>
          <a:p>
            <a:pPr algn="ctr"/>
            <a:r>
              <a:rPr lang="en-US" sz="2000" dirty="0">
                <a:latin typeface="Verdana" pitchFamily="34" charset="0"/>
                <a:ea typeface="Verdana" pitchFamily="34" charset="0"/>
              </a:rPr>
              <a:t>Responsible by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4696B3-7328-44B7-9946-D5F58DD9F480}"/>
              </a:ext>
            </a:extLst>
          </p:cNvPr>
          <p:cNvGrpSpPr/>
          <p:nvPr/>
        </p:nvGrpSpPr>
        <p:grpSpPr>
          <a:xfrm>
            <a:off x="1360355" y="1676400"/>
            <a:ext cx="6594547" cy="3733800"/>
            <a:chOff x="1360355" y="1676400"/>
            <a:chExt cx="6594547" cy="3733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6F0D5F-B929-451A-AC20-07821B529069}"/>
                </a:ext>
              </a:extLst>
            </p:cNvPr>
            <p:cNvSpPr/>
            <p:nvPr/>
          </p:nvSpPr>
          <p:spPr>
            <a:xfrm>
              <a:off x="1371600" y="1676400"/>
              <a:ext cx="1752600" cy="5333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HR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CA3C32A-8A59-4200-B46F-287BAD4FA444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1371600" y="2286000"/>
              <a:ext cx="0" cy="2918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932B71EA-663D-4A53-843E-9020CE75A761}"/>
                </a:ext>
              </a:extLst>
            </p:cNvPr>
            <p:cNvSpPr/>
            <p:nvPr/>
          </p:nvSpPr>
          <p:spPr>
            <a:xfrm>
              <a:off x="1371600" y="2514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843588-9DB7-403B-9D11-C11FAD9B42DC}"/>
                </a:ext>
              </a:extLst>
            </p:cNvPr>
            <p:cNvSpPr txBox="1"/>
            <p:nvPr/>
          </p:nvSpPr>
          <p:spPr>
            <a:xfrm>
              <a:off x="1600200" y="2362200"/>
              <a:ext cx="2473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Recruitment &amp; Selection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0E4FA5F2-9236-429C-BF9E-A015227D7720}"/>
                </a:ext>
              </a:extLst>
            </p:cNvPr>
            <p:cNvSpPr/>
            <p:nvPr/>
          </p:nvSpPr>
          <p:spPr>
            <a:xfrm>
              <a:off x="1371600" y="2895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BCA85D-8A31-424B-9400-876F14E8B6F4}"/>
                </a:ext>
              </a:extLst>
            </p:cNvPr>
            <p:cNvSpPr txBox="1"/>
            <p:nvPr/>
          </p:nvSpPr>
          <p:spPr>
            <a:xfrm>
              <a:off x="1600200" y="2743200"/>
              <a:ext cx="2563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Compensation &amp; Benefits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B4CBE65C-ECDE-4284-9AD6-E8D16773870D}"/>
                </a:ext>
              </a:extLst>
            </p:cNvPr>
            <p:cNvSpPr/>
            <p:nvPr/>
          </p:nvSpPr>
          <p:spPr>
            <a:xfrm>
              <a:off x="1371600" y="3288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B33FF4-513D-41EA-9D6C-4FA4B45ADB77}"/>
                </a:ext>
              </a:extLst>
            </p:cNvPr>
            <p:cNvSpPr txBox="1"/>
            <p:nvPr/>
          </p:nvSpPr>
          <p:spPr>
            <a:xfrm>
              <a:off x="1600200" y="3135868"/>
              <a:ext cx="2006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Employee Relations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DD6BE645-DB1C-447C-866C-C68654F631F2}"/>
                </a:ext>
              </a:extLst>
            </p:cNvPr>
            <p:cNvSpPr/>
            <p:nvPr/>
          </p:nvSpPr>
          <p:spPr>
            <a:xfrm>
              <a:off x="1371600" y="3657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7EBB62-A5FA-41A6-B309-5C0939229224}"/>
                </a:ext>
              </a:extLst>
            </p:cNvPr>
            <p:cNvSpPr txBox="1"/>
            <p:nvPr/>
          </p:nvSpPr>
          <p:spPr>
            <a:xfrm>
              <a:off x="1600200" y="3505200"/>
              <a:ext cx="806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Payroll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12CB0AD-62E0-4427-BDB8-3AE929C92726}"/>
                </a:ext>
              </a:extLst>
            </p:cNvPr>
            <p:cNvSpPr/>
            <p:nvPr/>
          </p:nvSpPr>
          <p:spPr>
            <a:xfrm>
              <a:off x="1371600" y="4038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1812B9-00A4-4F44-BCEA-981B6388771F}"/>
                </a:ext>
              </a:extLst>
            </p:cNvPr>
            <p:cNvSpPr txBox="1"/>
            <p:nvPr/>
          </p:nvSpPr>
          <p:spPr>
            <a:xfrm>
              <a:off x="1600200" y="3886200"/>
              <a:ext cx="2449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Training &amp; Development</a:t>
              </a: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3CBEC10F-C73C-4F05-AFFA-145D06B85EFC}"/>
                </a:ext>
              </a:extLst>
            </p:cNvPr>
            <p:cNvSpPr/>
            <p:nvPr/>
          </p:nvSpPr>
          <p:spPr>
            <a:xfrm>
              <a:off x="1371600" y="4419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1D884D5-D772-4482-A2E2-5F4AC32C1F33}"/>
                </a:ext>
              </a:extLst>
            </p:cNvPr>
            <p:cNvSpPr txBox="1"/>
            <p:nvPr/>
          </p:nvSpPr>
          <p:spPr>
            <a:xfrm>
              <a:off x="1600200" y="4267200"/>
              <a:ext cx="91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Welfare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E5DC73B-75A7-4F95-BC77-F44D3203D482}"/>
                </a:ext>
              </a:extLst>
            </p:cNvPr>
            <p:cNvSpPr/>
            <p:nvPr/>
          </p:nvSpPr>
          <p:spPr>
            <a:xfrm>
              <a:off x="1360355" y="4800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927FA1-2C8C-42EE-A1AA-8E7384FB6B8E}"/>
                </a:ext>
              </a:extLst>
            </p:cNvPr>
            <p:cNvSpPr txBox="1"/>
            <p:nvPr/>
          </p:nvSpPr>
          <p:spPr>
            <a:xfrm>
              <a:off x="1588955" y="4648200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Counselling</a:t>
              </a: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E9BB707C-28C5-4F31-812C-4DC6E5DE8A31}"/>
                </a:ext>
              </a:extLst>
            </p:cNvPr>
            <p:cNvSpPr/>
            <p:nvPr/>
          </p:nvSpPr>
          <p:spPr>
            <a:xfrm>
              <a:off x="1371600" y="5181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7291A9-411C-4B82-A0A9-E48CAF75216D}"/>
                </a:ext>
              </a:extLst>
            </p:cNvPr>
            <p:cNvSpPr txBox="1"/>
            <p:nvPr/>
          </p:nvSpPr>
          <p:spPr>
            <a:xfrm>
              <a:off x="1600200" y="5029200"/>
              <a:ext cx="1788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Personal Tracking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E0AB29C8-D5B1-43FC-A3B3-36FC92FFAA0B}"/>
                </a:ext>
              </a:extLst>
            </p:cNvPr>
            <p:cNvSpPr/>
            <p:nvPr/>
          </p:nvSpPr>
          <p:spPr>
            <a:xfrm>
              <a:off x="4343402" y="2514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012F4B-F84B-4CD8-8A48-DE6A73C454E8}"/>
                </a:ext>
              </a:extLst>
            </p:cNvPr>
            <p:cNvSpPr txBox="1"/>
            <p:nvPr/>
          </p:nvSpPr>
          <p:spPr>
            <a:xfrm>
              <a:off x="4765246" y="2362200"/>
              <a:ext cx="3189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 &amp; Tasnuva Khan</a:t>
              </a: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5C2CA076-863C-45C5-B01E-73F0CF1D5D76}"/>
                </a:ext>
              </a:extLst>
            </p:cNvPr>
            <p:cNvSpPr/>
            <p:nvPr/>
          </p:nvSpPr>
          <p:spPr>
            <a:xfrm>
              <a:off x="4343400" y="2907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40C705-EE0F-44FA-A189-BAE4E464002B}"/>
                </a:ext>
              </a:extLst>
            </p:cNvPr>
            <p:cNvSpPr txBox="1"/>
            <p:nvPr/>
          </p:nvSpPr>
          <p:spPr>
            <a:xfrm>
              <a:off x="4765244" y="2754868"/>
              <a:ext cx="1678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CB1D3AC5-78EF-4442-9E4F-5E7A5445DA4E}"/>
                </a:ext>
              </a:extLst>
            </p:cNvPr>
            <p:cNvSpPr/>
            <p:nvPr/>
          </p:nvSpPr>
          <p:spPr>
            <a:xfrm>
              <a:off x="4343400" y="33528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3F8238-5D0A-426A-B7E8-5A56E362A27C}"/>
                </a:ext>
              </a:extLst>
            </p:cNvPr>
            <p:cNvSpPr txBox="1"/>
            <p:nvPr/>
          </p:nvSpPr>
          <p:spPr>
            <a:xfrm>
              <a:off x="4765244" y="3124200"/>
              <a:ext cx="1678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3C2C8A42-641C-400C-B3E9-819B5C6B2EA3}"/>
                </a:ext>
              </a:extLst>
            </p:cNvPr>
            <p:cNvSpPr/>
            <p:nvPr/>
          </p:nvSpPr>
          <p:spPr>
            <a:xfrm>
              <a:off x="4343400" y="3669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ACF8B6-0C8F-4C51-BF23-24A0D36138A6}"/>
                </a:ext>
              </a:extLst>
            </p:cNvPr>
            <p:cNvSpPr txBox="1"/>
            <p:nvPr/>
          </p:nvSpPr>
          <p:spPr>
            <a:xfrm>
              <a:off x="4765244" y="3516868"/>
              <a:ext cx="3089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 &amp; </a:t>
              </a:r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endParaRPr lang="en-US" dirty="0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FDF421D7-A303-4CFB-B112-10860B2EEC59}"/>
                </a:ext>
              </a:extLst>
            </p:cNvPr>
            <p:cNvSpPr/>
            <p:nvPr/>
          </p:nvSpPr>
          <p:spPr>
            <a:xfrm>
              <a:off x="4336936" y="4050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532D0F-5BD9-455B-AA1B-DF03D5CB2197}"/>
                </a:ext>
              </a:extLst>
            </p:cNvPr>
            <p:cNvSpPr txBox="1"/>
            <p:nvPr/>
          </p:nvSpPr>
          <p:spPr>
            <a:xfrm>
              <a:off x="4758780" y="3897868"/>
              <a:ext cx="3189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 &amp; Tasnuva Khan</a:t>
              </a:r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4BDB1271-87CD-4ADC-9077-E269D8C0182E}"/>
                </a:ext>
              </a:extLst>
            </p:cNvPr>
            <p:cNvSpPr/>
            <p:nvPr/>
          </p:nvSpPr>
          <p:spPr>
            <a:xfrm>
              <a:off x="4313300" y="4419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5D27B7-3ADB-4419-B0F3-648228B2BAFC}"/>
                </a:ext>
              </a:extLst>
            </p:cNvPr>
            <p:cNvSpPr txBox="1"/>
            <p:nvPr/>
          </p:nvSpPr>
          <p:spPr>
            <a:xfrm>
              <a:off x="4735144" y="4267200"/>
              <a:ext cx="174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</a:t>
              </a:r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38ADE65C-DB96-4D0F-A174-2E315BA5A1AA}"/>
                </a:ext>
              </a:extLst>
            </p:cNvPr>
            <p:cNvSpPr/>
            <p:nvPr/>
          </p:nvSpPr>
          <p:spPr>
            <a:xfrm>
              <a:off x="4312371" y="4812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D0B7AB-DC24-4F22-9EEB-7F29081A036D}"/>
                </a:ext>
              </a:extLst>
            </p:cNvPr>
            <p:cNvSpPr txBox="1"/>
            <p:nvPr/>
          </p:nvSpPr>
          <p:spPr>
            <a:xfrm>
              <a:off x="4734215" y="4659868"/>
              <a:ext cx="174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</a:t>
              </a:r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9607AE6C-7FE4-42EA-BFB6-C068825AA87D}"/>
                </a:ext>
              </a:extLst>
            </p:cNvPr>
            <p:cNvSpPr/>
            <p:nvPr/>
          </p:nvSpPr>
          <p:spPr>
            <a:xfrm>
              <a:off x="4312371" y="5193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FEEDC6-8615-4358-BB34-0B346DB97B7C}"/>
                </a:ext>
              </a:extLst>
            </p:cNvPr>
            <p:cNvSpPr txBox="1"/>
            <p:nvPr/>
          </p:nvSpPr>
          <p:spPr>
            <a:xfrm>
              <a:off x="4734215" y="5040868"/>
              <a:ext cx="2857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r>
                <a:rPr lang="en-US" dirty="0"/>
                <a:t> &amp; Tasnuva </a:t>
              </a:r>
              <a:r>
                <a:rPr lang="en-US" dirty="0" err="1"/>
                <a:t>Knan</a:t>
              </a:r>
              <a:endParaRPr lang="en-US" dirty="0"/>
            </a:p>
          </p:txBody>
        </p:sp>
      </p:grpSp>
      <p:pic>
        <p:nvPicPr>
          <p:cNvPr id="46" name="Picture 4">
            <a:extLst>
              <a:ext uri="{FF2B5EF4-FFF2-40B4-BE49-F238E27FC236}">
                <a16:creationId xmlns:a16="http://schemas.microsoft.com/office/drawing/2014/main" id="{72B8CEB6-038F-44E0-81E7-1A95F6289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228600"/>
            <a:ext cx="151391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14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642F73-DEDD-4EC7-928E-268BDAA3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>
            <a:noAutofit/>
          </a:bodyPr>
          <a:lstStyle/>
          <a:p>
            <a:pPr algn="ctr"/>
            <a:r>
              <a:rPr lang="en-US" sz="2000" dirty="0">
                <a:latin typeface="Verdana" pitchFamily="34" charset="0"/>
                <a:ea typeface="Verdana" pitchFamily="34" charset="0"/>
              </a:rPr>
              <a:t>Responsible by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FEA86A-AB26-4DCF-A26E-E9CE8E9DF0F6}"/>
              </a:ext>
            </a:extLst>
          </p:cNvPr>
          <p:cNvGrpSpPr/>
          <p:nvPr/>
        </p:nvGrpSpPr>
        <p:grpSpPr>
          <a:xfrm>
            <a:off x="1219200" y="1676400"/>
            <a:ext cx="6486041" cy="3581400"/>
            <a:chOff x="1219200" y="1676400"/>
            <a:chExt cx="6486041" cy="3581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3BF18A-A76A-4F19-9B2D-C9B3BB290533}"/>
                </a:ext>
              </a:extLst>
            </p:cNvPr>
            <p:cNvSpPr/>
            <p:nvPr/>
          </p:nvSpPr>
          <p:spPr>
            <a:xfrm>
              <a:off x="1219200" y="1676400"/>
              <a:ext cx="1752600" cy="5333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Administration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7318F2-4374-4105-AB1C-03F8DB38B16F}"/>
                </a:ext>
              </a:extLst>
            </p:cNvPr>
            <p:cNvCxnSpPr>
              <a:cxnSpLocks/>
              <a:stCxn id="7" idx="1"/>
              <a:endCxn id="17" idx="1"/>
            </p:cNvCxnSpPr>
            <p:nvPr/>
          </p:nvCxnSpPr>
          <p:spPr>
            <a:xfrm>
              <a:off x="1306645" y="2537460"/>
              <a:ext cx="0" cy="22492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136619BA-FA44-4E24-BABF-1BA1B0B086CE}"/>
                </a:ext>
              </a:extLst>
            </p:cNvPr>
            <p:cNvSpPr/>
            <p:nvPr/>
          </p:nvSpPr>
          <p:spPr>
            <a:xfrm>
              <a:off x="1306645" y="2514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725752-51E2-43F4-8A75-7BBF95138929}"/>
                </a:ext>
              </a:extLst>
            </p:cNvPr>
            <p:cNvSpPr txBox="1"/>
            <p:nvPr/>
          </p:nvSpPr>
          <p:spPr>
            <a:xfrm>
              <a:off x="1535245" y="2362200"/>
              <a:ext cx="1949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Leave Management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ECBF9BAD-51A3-46DC-B430-AF233A7E77BC}"/>
                </a:ext>
              </a:extLst>
            </p:cNvPr>
            <p:cNvSpPr/>
            <p:nvPr/>
          </p:nvSpPr>
          <p:spPr>
            <a:xfrm>
              <a:off x="1306645" y="3239869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5CA673-DD80-4C5A-BBE6-9257E4B5436A}"/>
                </a:ext>
              </a:extLst>
            </p:cNvPr>
            <p:cNvSpPr txBox="1"/>
            <p:nvPr/>
          </p:nvSpPr>
          <p:spPr>
            <a:xfrm>
              <a:off x="1535245" y="3087469"/>
              <a:ext cx="2085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Vehicle Management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D61A4858-A7CE-4AA2-AF62-C297BC3ABD3F}"/>
                </a:ext>
              </a:extLst>
            </p:cNvPr>
            <p:cNvSpPr/>
            <p:nvPr/>
          </p:nvSpPr>
          <p:spPr>
            <a:xfrm>
              <a:off x="1306645" y="3632537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58E4FB-F7BD-493B-A19C-77D3830D39B7}"/>
                </a:ext>
              </a:extLst>
            </p:cNvPr>
            <p:cNvSpPr txBox="1"/>
            <p:nvPr/>
          </p:nvSpPr>
          <p:spPr>
            <a:xfrm>
              <a:off x="1535245" y="3480137"/>
              <a:ext cx="1758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Safety &amp; Security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EF202B3A-9C0F-4EC6-9704-0DA8B8F11BFA}"/>
                </a:ext>
              </a:extLst>
            </p:cNvPr>
            <p:cNvSpPr/>
            <p:nvPr/>
          </p:nvSpPr>
          <p:spPr>
            <a:xfrm>
              <a:off x="1306645" y="4001869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6274DA-E57F-4524-872C-395175F2468A}"/>
                </a:ext>
              </a:extLst>
            </p:cNvPr>
            <p:cNvSpPr txBox="1"/>
            <p:nvPr/>
          </p:nvSpPr>
          <p:spPr>
            <a:xfrm>
              <a:off x="1535245" y="3849469"/>
              <a:ext cx="974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Canteen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A3F2B267-15D3-4E07-B6E2-B087FC8C1B80}"/>
                </a:ext>
              </a:extLst>
            </p:cNvPr>
            <p:cNvSpPr/>
            <p:nvPr/>
          </p:nvSpPr>
          <p:spPr>
            <a:xfrm>
              <a:off x="1306645" y="4382869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48A0DA-0C75-43B5-8180-64CBF0719752}"/>
                </a:ext>
              </a:extLst>
            </p:cNvPr>
            <p:cNvSpPr txBox="1"/>
            <p:nvPr/>
          </p:nvSpPr>
          <p:spPr>
            <a:xfrm>
              <a:off x="1535245" y="4230469"/>
              <a:ext cx="1997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Office Management</a:t>
              </a: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651F5851-3063-47A7-BE5A-73063A84698F}"/>
                </a:ext>
              </a:extLst>
            </p:cNvPr>
            <p:cNvSpPr/>
            <p:nvPr/>
          </p:nvSpPr>
          <p:spPr>
            <a:xfrm>
              <a:off x="1306645" y="4763869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C85DD7-F621-4EF6-BE1A-A2461540CD6E}"/>
                </a:ext>
              </a:extLst>
            </p:cNvPr>
            <p:cNvSpPr txBox="1"/>
            <p:nvPr/>
          </p:nvSpPr>
          <p:spPr>
            <a:xfrm>
              <a:off x="1535245" y="4611469"/>
              <a:ext cx="29237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Store Management</a:t>
              </a:r>
            </a:p>
            <a:p>
              <a:r>
                <a:rPr lang="en-US" dirty="0"/>
                <a:t>Dhaka </a:t>
              </a:r>
              <a:r>
                <a:rPr lang="en-US" dirty="0" err="1"/>
                <a:t>Uddan</a:t>
              </a:r>
              <a:r>
                <a:rPr lang="en-US" dirty="0"/>
                <a:t> &amp; </a:t>
              </a:r>
              <a:r>
                <a:rPr lang="en-US" dirty="0" err="1"/>
                <a:t>Mollik</a:t>
              </a:r>
              <a:r>
                <a:rPr lang="en-US" dirty="0"/>
                <a:t> Tower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9E83EC-A11A-4DA9-B5F8-721F5ED10026}"/>
                </a:ext>
              </a:extLst>
            </p:cNvPr>
            <p:cNvSpPr/>
            <p:nvPr/>
          </p:nvSpPr>
          <p:spPr>
            <a:xfrm>
              <a:off x="4419600" y="2514600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55B4FD-89EC-423C-83D8-703C8D8D14F9}"/>
                </a:ext>
              </a:extLst>
            </p:cNvPr>
            <p:cNvSpPr txBox="1"/>
            <p:nvPr/>
          </p:nvSpPr>
          <p:spPr>
            <a:xfrm>
              <a:off x="4841444" y="2362200"/>
              <a:ext cx="1346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endParaRPr lang="en-US" dirty="0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DB62F0C0-B7B9-46D8-BD67-4131D2866603}"/>
                </a:ext>
              </a:extLst>
            </p:cNvPr>
            <p:cNvSpPr/>
            <p:nvPr/>
          </p:nvSpPr>
          <p:spPr>
            <a:xfrm>
              <a:off x="4419600" y="3251537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AFBFE5-F48D-4392-AB41-931C1C8F3921}"/>
                </a:ext>
              </a:extLst>
            </p:cNvPr>
            <p:cNvSpPr txBox="1"/>
            <p:nvPr/>
          </p:nvSpPr>
          <p:spPr>
            <a:xfrm>
              <a:off x="4841444" y="3099137"/>
              <a:ext cx="1346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endParaRPr lang="en-US" dirty="0"/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10C8A38D-D254-4E2A-B578-B8C5C7418668}"/>
                </a:ext>
              </a:extLst>
            </p:cNvPr>
            <p:cNvSpPr/>
            <p:nvPr/>
          </p:nvSpPr>
          <p:spPr>
            <a:xfrm>
              <a:off x="4419600" y="3632537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E45781A-F949-49D4-BF8E-93319F3B34F9}"/>
                </a:ext>
              </a:extLst>
            </p:cNvPr>
            <p:cNvSpPr txBox="1"/>
            <p:nvPr/>
          </p:nvSpPr>
          <p:spPr>
            <a:xfrm>
              <a:off x="4841444" y="3480137"/>
              <a:ext cx="2863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</a:t>
              </a:r>
              <a:r>
                <a:rPr lang="en-US" dirty="0" err="1"/>
                <a:t>Haq</a:t>
              </a:r>
              <a:r>
                <a:rPr lang="en-US" dirty="0"/>
                <a:t> &amp; </a:t>
              </a:r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endParaRPr lang="en-US" dirty="0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F6259042-58D3-4201-A40E-2C838C9445CE}"/>
                </a:ext>
              </a:extLst>
            </p:cNvPr>
            <p:cNvSpPr/>
            <p:nvPr/>
          </p:nvSpPr>
          <p:spPr>
            <a:xfrm>
              <a:off x="4419600" y="4013537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222E84-79D5-4D52-8795-667D56CFB041}"/>
                </a:ext>
              </a:extLst>
            </p:cNvPr>
            <p:cNvSpPr txBox="1"/>
            <p:nvPr/>
          </p:nvSpPr>
          <p:spPr>
            <a:xfrm>
              <a:off x="4841444" y="3861137"/>
              <a:ext cx="2300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r>
                <a:rPr lang="en-US" dirty="0"/>
                <a:t> &amp; </a:t>
              </a:r>
              <a:r>
                <a:rPr lang="en-US" dirty="0" err="1"/>
                <a:t>Jobayer</a:t>
              </a:r>
              <a:endParaRPr lang="en-US" dirty="0"/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403645D5-0503-4EFA-B957-12113D3D37F8}"/>
                </a:ext>
              </a:extLst>
            </p:cNvPr>
            <p:cNvSpPr/>
            <p:nvPr/>
          </p:nvSpPr>
          <p:spPr>
            <a:xfrm>
              <a:off x="4419600" y="4394537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2780EC-40F4-4620-AD39-A94CB0FAB4A0}"/>
                </a:ext>
              </a:extLst>
            </p:cNvPr>
            <p:cNvSpPr txBox="1"/>
            <p:nvPr/>
          </p:nvSpPr>
          <p:spPr>
            <a:xfrm>
              <a:off x="4841444" y="4242137"/>
              <a:ext cx="2300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r>
                <a:rPr lang="en-US" dirty="0"/>
                <a:t> &amp; </a:t>
              </a:r>
              <a:r>
                <a:rPr lang="en-US" dirty="0" err="1"/>
                <a:t>Jobayer</a:t>
              </a:r>
              <a:endParaRPr lang="en-US" dirty="0"/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EEDD4DD5-F006-4D85-AC72-E03DD191E818}"/>
                </a:ext>
              </a:extLst>
            </p:cNvPr>
            <p:cNvSpPr/>
            <p:nvPr/>
          </p:nvSpPr>
          <p:spPr>
            <a:xfrm>
              <a:off x="4419600" y="4763869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0268C92-378F-455A-A1A7-5FFC4285CD00}"/>
                </a:ext>
              </a:extLst>
            </p:cNvPr>
            <p:cNvSpPr txBox="1"/>
            <p:nvPr/>
          </p:nvSpPr>
          <p:spPr>
            <a:xfrm>
              <a:off x="4841444" y="4611469"/>
              <a:ext cx="1678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Shafiq Ul Haque</a:t>
              </a: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A523EE05-7DA5-4A60-9A60-3A2F0B029110}"/>
                </a:ext>
              </a:extLst>
            </p:cNvPr>
            <p:cNvSpPr/>
            <p:nvPr/>
          </p:nvSpPr>
          <p:spPr>
            <a:xfrm>
              <a:off x="1295400" y="2907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44796F9-03DE-4073-90D4-11220E86CA10}"/>
                </a:ext>
              </a:extLst>
            </p:cNvPr>
            <p:cNvSpPr txBox="1"/>
            <p:nvPr/>
          </p:nvSpPr>
          <p:spPr>
            <a:xfrm>
              <a:off x="1524000" y="2754868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Attendance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4263ED9F-0C91-456C-B6FB-8BDE6BC9A6E4}"/>
                </a:ext>
              </a:extLst>
            </p:cNvPr>
            <p:cNvSpPr/>
            <p:nvPr/>
          </p:nvSpPr>
          <p:spPr>
            <a:xfrm>
              <a:off x="4408355" y="2907268"/>
              <a:ext cx="152398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342E19-1786-4D64-91D6-B21DB8693717}"/>
                </a:ext>
              </a:extLst>
            </p:cNvPr>
            <p:cNvSpPr txBox="1"/>
            <p:nvPr/>
          </p:nvSpPr>
          <p:spPr>
            <a:xfrm>
              <a:off x="4830199" y="2754868"/>
              <a:ext cx="1346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Asish</a:t>
              </a:r>
              <a:r>
                <a:rPr lang="en-US" dirty="0"/>
                <a:t> </a:t>
              </a:r>
              <a:r>
                <a:rPr lang="en-US" dirty="0" err="1"/>
                <a:t>Sarker</a:t>
              </a:r>
              <a:endParaRPr lang="en-US" dirty="0"/>
            </a:p>
          </p:txBody>
        </p:sp>
      </p:grpSp>
      <p:pic>
        <p:nvPicPr>
          <p:cNvPr id="44" name="Picture 4">
            <a:extLst>
              <a:ext uri="{FF2B5EF4-FFF2-40B4-BE49-F238E27FC236}">
                <a16:creationId xmlns:a16="http://schemas.microsoft.com/office/drawing/2014/main" id="{621D28FD-B1DA-4D54-9850-A64B9ED95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228600"/>
            <a:ext cx="151391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3087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942</TotalTime>
  <Words>167</Words>
  <Application>Microsoft Office PowerPoint</Application>
  <PresentationFormat>On-screen Show (4:3)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Gill Sans MT</vt:lpstr>
      <vt:lpstr>Verdana</vt:lpstr>
      <vt:lpstr>Wingdings 2</vt:lpstr>
      <vt:lpstr>Solstice</vt:lpstr>
      <vt:lpstr>PowerPoint Presentation</vt:lpstr>
      <vt:lpstr>Present Employees</vt:lpstr>
      <vt:lpstr>Responsibilities</vt:lpstr>
      <vt:lpstr>Responsible by</vt:lpstr>
      <vt:lpstr>Responsible by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Shafiq</dc:creator>
  <cp:lastModifiedBy>Mazharul Islam</cp:lastModifiedBy>
  <cp:revision>182</cp:revision>
  <dcterms:created xsi:type="dcterms:W3CDTF">2006-08-16T00:00:00Z</dcterms:created>
  <dcterms:modified xsi:type="dcterms:W3CDTF">2023-10-02T09:14:38Z</dcterms:modified>
</cp:coreProperties>
</file>